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Deckline 产品说明手册（sample）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